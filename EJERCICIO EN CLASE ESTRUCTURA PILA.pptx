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7"/>
  </p:notesMasterIdLst>
  <p:handoutMasterIdLst>
    <p:handoutMasterId r:id="rId8"/>
  </p:handoutMasterIdLst>
  <p:sldIdLst>
    <p:sldId id="410" r:id="rId5"/>
    <p:sldId id="408" r:id="rId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07/04/2026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07/04/2026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910" y="810883"/>
            <a:ext cx="8035187" cy="1676111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/>
            <a:r>
              <a:rPr lang="es-ES" dirty="0"/>
              <a:t>EJERCICIO EN CLASE ESTRUCTURA PILA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043AA-8908-C705-641D-E3C0F1AD4DA3}"/>
              </a:ext>
            </a:extLst>
          </p:cNvPr>
          <p:cNvSpPr txBox="1"/>
          <p:nvPr/>
        </p:nvSpPr>
        <p:spPr>
          <a:xfrm>
            <a:off x="448574" y="575479"/>
            <a:ext cx="107571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Este ejercicio simula un parqueadero vertical usando una estructura de datos tipo pila (</a:t>
            </a: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), donde los autos se apilan (</a:t>
            </a: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) de abajo hacia arriba y solo se puede retirar el último en entrar (pop), siguiendo el principio LIFO (</a:t>
            </a: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 In, </a:t>
            </a: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Out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) para representar el acceso.</a:t>
            </a:r>
          </a:p>
          <a:p>
            <a:endParaRPr lang="es-MX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s-MX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s-MX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Ejercicio: Simulación de Parqueadero Vertical (Pila)</a:t>
            </a:r>
          </a:p>
          <a:p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Objetivo: Implementar un programa </a:t>
            </a:r>
            <a:r>
              <a:rPr lang="es-MX" dirty="0">
                <a:solidFill>
                  <a:srgbClr val="000000"/>
                </a:solidFill>
                <a:latin typeface="Consolas" panose="020B0609020204030204" pitchFamily="49" charset="0"/>
              </a:rPr>
              <a:t>en JAVA 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que gestione la entrada y salida de vehículos en un parqueadero vertical, mostrando la estructura de la pila en cada operación.</a:t>
            </a:r>
          </a:p>
          <a:p>
            <a:r>
              <a:rPr lang="es-CO" sz="1800" dirty="0">
                <a:solidFill>
                  <a:srgbClr val="000000"/>
                </a:solidFill>
                <a:latin typeface="Consolas" panose="020B0609020204030204" pitchFamily="49" charset="0"/>
              </a:rPr>
              <a:t>Instrucciones: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Definir una pila con capacidad máxima de 5 O 7 niveles.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0000"/>
                </a:solidFill>
                <a:latin typeface="Consolas" panose="020B0609020204030204" pitchFamily="49" charset="0"/>
              </a:rPr>
              <a:t>Crear funciones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apilar(vehículo): Añade un auto a la cima (nivel superior).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desapilar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(): Retira el auto de la cima.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mostrarPila</a:t>
            </a: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(): Muestra los vehículos actuales desde la cima hasta la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0000"/>
                </a:solidFill>
                <a:latin typeface="Consolas" panose="020B0609020204030204" pitchFamily="49" charset="0"/>
              </a:rPr>
              <a:t>Simular la entrada de 3 autos: </a:t>
            </a:r>
            <a:r>
              <a:rPr lang="es-CO" dirty="0">
                <a:solidFill>
                  <a:srgbClr val="000000"/>
                </a:solidFill>
                <a:latin typeface="Consolas" panose="020B0609020204030204" pitchFamily="49" charset="0"/>
              </a:rPr>
              <a:t>Puede ser la placa </a:t>
            </a:r>
            <a:r>
              <a:rPr lang="es-CO" sz="1800" dirty="0">
                <a:solidFill>
                  <a:srgbClr val="000000"/>
                </a:solidFill>
                <a:latin typeface="Consolas" panose="020B0609020204030204" pitchFamily="49" charset="0"/>
              </a:rPr>
              <a:t>"Auto A" (base), "Auto B", "Auto C" (cima).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rgbClr val="000000"/>
                </a:solidFill>
                <a:latin typeface="Consolas" panose="020B0609020204030204" pitchFamily="49" charset="0"/>
              </a:rPr>
              <a:t>Retirar el último auto ("Auto C") y mostrar el estado final.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{7187F328-3BE2-4341-8413-E6B962D08DF9}TFd3b75063-ff25-434d-b12c-efeaf07d16c3e7f35a69_win32-0d75b5563924</Template>
  <TotalTime>13</TotalTime>
  <Words>199</Words>
  <Application>Microsoft Office PowerPoint</Application>
  <PresentationFormat>Panorámica</PresentationFormat>
  <Paragraphs>17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Consolas</vt:lpstr>
      <vt:lpstr>Franklin Gothic Book</vt:lpstr>
      <vt:lpstr>Franklin Gothic Demi</vt:lpstr>
      <vt:lpstr>Personalizar</vt:lpstr>
      <vt:lpstr>EJERCICIO EN CLASE ESTRUCTURA PILA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Sala05 P35</dc:creator>
  <cp:lastModifiedBy>Sala05 P35</cp:lastModifiedBy>
  <cp:revision>1</cp:revision>
  <dcterms:created xsi:type="dcterms:W3CDTF">2026-04-08T00:30:16Z</dcterms:created>
  <dcterms:modified xsi:type="dcterms:W3CDTF">2026-04-08T00:43:32Z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